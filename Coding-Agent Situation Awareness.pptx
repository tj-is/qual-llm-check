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9334500" cy="5257800"/>
  <p:notesSz cx="5257800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order: cover.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order: 54, Section 1.1.1, D2-D3.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order: 54, Section 1.1.1, D3 and D6.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order: 54, Section 1.1.1, D4-D7.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order: 54, Section 1.1.1, D5.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order: 54, Section 1.1.1, D8. This concludes the background before problem formulation.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order: 68, Section 1, begins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order: 68, C19.1-C19.17.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order: 68, C21.1-C21.7.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order: 68, C23.1-C23.6.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order: 68, C23.7-C23.11 and construct boundaries.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order: 68, C25 and Table 1; first half.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order: 68, C27 and C47.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order: 68, C29.1-C29.5.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order: 68, C31.1-C31.3.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order: 68, Section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order: 68, C45.1-C45.7.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order: 68, Table 1 and C47.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order: 68, C51 and Table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order: 68, C53-C55.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order: 68, C59 and Table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order: 68, C61-C63.4.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order: 68, C63.5-C63.11.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order: 68, Section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order: 68, Sections 3-4, condensed.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order: 68, Section 5-6, condensed.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order: synthesis of 68, Sections 1-6.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Coding-Agent Situation Awareness - Slidev</dc:title>
  <dc:subject>PptxGenJS Presentation</dc:subject>
  <dc:creator>PptxGenJS</dc:creator>
  <cp:lastModifiedBy>PptxGenJS</cp:lastModifiedBy>
  <cp:revision>1</cp:revision>
  <dcterms:created xsi:type="dcterms:W3CDTF">2026-07-12T03:47:35Z</dcterms:created>
  <dcterms:modified xsi:type="dcterms:W3CDTF">2026-07-12T03:47:35Z</dcterms:modified>
</cp:coreProperties>
</file>